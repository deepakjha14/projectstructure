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 flipH="1">
            <a:off x="1071025" y="582800"/>
            <a:ext cx="62100" cy="436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13"/>
          <p:cNvCxnSpPr/>
          <p:nvPr/>
        </p:nvCxnSpPr>
        <p:spPr>
          <a:xfrm>
            <a:off x="1126075" y="1655100"/>
            <a:ext cx="17640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13"/>
          <p:cNvSpPr txBox="1"/>
          <p:nvPr/>
        </p:nvSpPr>
        <p:spPr>
          <a:xfrm>
            <a:off x="1168425" y="801500"/>
            <a:ext cx="1804800" cy="31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git checkout -b feature/digitalfeatures release/7.x.x</a:t>
            </a:r>
            <a:endParaRPr sz="600"/>
          </a:p>
        </p:txBody>
      </p:sp>
      <p:cxnSp>
        <p:nvCxnSpPr>
          <p:cNvPr id="57" name="Google Shape;57;p13"/>
          <p:cNvCxnSpPr/>
          <p:nvPr/>
        </p:nvCxnSpPr>
        <p:spPr>
          <a:xfrm>
            <a:off x="505225" y="582800"/>
            <a:ext cx="6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 flipH="1">
            <a:off x="505025" y="371125"/>
            <a:ext cx="7200" cy="12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/>
        </p:nvSpPr>
        <p:spPr>
          <a:xfrm>
            <a:off x="222125" y="88825"/>
            <a:ext cx="5730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master</a:t>
            </a:r>
            <a:endParaRPr sz="700"/>
          </a:p>
        </p:txBody>
      </p:sp>
      <p:sp>
        <p:nvSpPr>
          <p:cNvPr id="60" name="Google Shape;60;p13"/>
          <p:cNvSpPr txBox="1"/>
          <p:nvPr/>
        </p:nvSpPr>
        <p:spPr>
          <a:xfrm>
            <a:off x="843025" y="300400"/>
            <a:ext cx="5730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release</a:t>
            </a:r>
            <a:endParaRPr sz="700"/>
          </a:p>
        </p:txBody>
      </p:sp>
      <p:sp>
        <p:nvSpPr>
          <p:cNvPr id="61" name="Google Shape;61;p13"/>
          <p:cNvSpPr txBox="1"/>
          <p:nvPr/>
        </p:nvSpPr>
        <p:spPr>
          <a:xfrm>
            <a:off x="2369875" y="1380000"/>
            <a:ext cx="11028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feature/digitalfeatures</a:t>
            </a:r>
            <a:endParaRPr sz="700"/>
          </a:p>
        </p:txBody>
      </p:sp>
      <p:cxnSp>
        <p:nvCxnSpPr>
          <p:cNvPr id="62" name="Google Shape;62;p13"/>
          <p:cNvCxnSpPr/>
          <p:nvPr/>
        </p:nvCxnSpPr>
        <p:spPr>
          <a:xfrm flipH="1">
            <a:off x="2888575" y="1662300"/>
            <a:ext cx="1500" cy="22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3"/>
          <p:cNvSpPr txBox="1"/>
          <p:nvPr/>
        </p:nvSpPr>
        <p:spPr>
          <a:xfrm>
            <a:off x="2973225" y="1676400"/>
            <a:ext cx="1481400" cy="31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git </a:t>
            </a:r>
            <a:r>
              <a:rPr lang="en" sz="600">
                <a:solidFill>
                  <a:schemeClr val="dk1"/>
                </a:solidFill>
              </a:rPr>
              <a:t>checkout -b</a:t>
            </a:r>
            <a:r>
              <a:rPr lang="en" sz="600"/>
              <a:t> feature/homeloan feature/digitalfeatures</a:t>
            </a:r>
            <a:endParaRPr sz="600"/>
          </a:p>
        </p:txBody>
      </p:sp>
      <p:cxnSp>
        <p:nvCxnSpPr>
          <p:cNvPr id="64" name="Google Shape;64;p13"/>
          <p:cNvCxnSpPr/>
          <p:nvPr/>
        </p:nvCxnSpPr>
        <p:spPr>
          <a:xfrm flipH="1" rot="10800000">
            <a:off x="2890075" y="2079000"/>
            <a:ext cx="4892100" cy="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3"/>
          <p:cNvSpPr txBox="1"/>
          <p:nvPr/>
        </p:nvSpPr>
        <p:spPr>
          <a:xfrm>
            <a:off x="3021225" y="2341200"/>
            <a:ext cx="1102800" cy="31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git </a:t>
            </a:r>
            <a:r>
              <a:rPr lang="en" sz="600">
                <a:solidFill>
                  <a:schemeClr val="dk1"/>
                </a:solidFill>
              </a:rPr>
              <a:t>checkout -b</a:t>
            </a:r>
            <a:r>
              <a:rPr lang="en" sz="600"/>
              <a:t> feature/tfn feature/digitalfeatures</a:t>
            </a:r>
            <a:endParaRPr sz="600"/>
          </a:p>
        </p:txBody>
      </p:sp>
      <p:sp>
        <p:nvSpPr>
          <p:cNvPr id="66" name="Google Shape;66;p13"/>
          <p:cNvSpPr txBox="1"/>
          <p:nvPr/>
        </p:nvSpPr>
        <p:spPr>
          <a:xfrm>
            <a:off x="3049425" y="3376950"/>
            <a:ext cx="1291800" cy="31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git </a:t>
            </a:r>
            <a:r>
              <a:rPr lang="en" sz="600">
                <a:solidFill>
                  <a:schemeClr val="dk1"/>
                </a:solidFill>
              </a:rPr>
              <a:t>checkout -b</a:t>
            </a:r>
            <a:r>
              <a:rPr lang="en" sz="600"/>
              <a:t> feature/ddoncc feature/digitalfeatures</a:t>
            </a:r>
            <a:endParaRPr sz="600"/>
          </a:p>
        </p:txBody>
      </p:sp>
      <p:cxnSp>
        <p:nvCxnSpPr>
          <p:cNvPr id="67" name="Google Shape;67;p13"/>
          <p:cNvCxnSpPr/>
          <p:nvPr/>
        </p:nvCxnSpPr>
        <p:spPr>
          <a:xfrm>
            <a:off x="2890075" y="3927000"/>
            <a:ext cx="22647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 flipH="1" rot="10800000">
            <a:off x="2888575" y="2821100"/>
            <a:ext cx="40050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3"/>
          <p:cNvSpPr/>
          <p:nvPr/>
        </p:nvSpPr>
        <p:spPr>
          <a:xfrm>
            <a:off x="2860375" y="168620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2860375" y="290540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100575" y="1300475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3"/>
          <p:cNvCxnSpPr/>
          <p:nvPr/>
        </p:nvCxnSpPr>
        <p:spPr>
          <a:xfrm>
            <a:off x="7786175" y="2076100"/>
            <a:ext cx="4800" cy="22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3"/>
          <p:cNvCxnSpPr/>
          <p:nvPr/>
        </p:nvCxnSpPr>
        <p:spPr>
          <a:xfrm>
            <a:off x="2892921" y="2240721"/>
            <a:ext cx="48864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4" name="Google Shape;74;p13"/>
          <p:cNvSpPr/>
          <p:nvPr/>
        </p:nvSpPr>
        <p:spPr>
          <a:xfrm>
            <a:off x="7755625" y="221960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2860375" y="221960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 txBox="1"/>
          <p:nvPr/>
        </p:nvSpPr>
        <p:spPr>
          <a:xfrm>
            <a:off x="5801450" y="2031025"/>
            <a:ext cx="9693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</a:t>
            </a:r>
            <a:r>
              <a:rPr lang="en" sz="700"/>
              <a:t>erge/rebase into</a:t>
            </a:r>
            <a:endParaRPr sz="700"/>
          </a:p>
        </p:txBody>
      </p:sp>
      <p:sp>
        <p:nvSpPr>
          <p:cNvPr id="77" name="Google Shape;77;p13"/>
          <p:cNvSpPr txBox="1"/>
          <p:nvPr/>
        </p:nvSpPr>
        <p:spPr>
          <a:xfrm>
            <a:off x="7233175" y="1693950"/>
            <a:ext cx="11028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feature/homeloan</a:t>
            </a:r>
            <a:endParaRPr sz="700"/>
          </a:p>
        </p:txBody>
      </p:sp>
      <p:cxnSp>
        <p:nvCxnSpPr>
          <p:cNvPr id="78" name="Google Shape;78;p13"/>
          <p:cNvCxnSpPr/>
          <p:nvPr/>
        </p:nvCxnSpPr>
        <p:spPr>
          <a:xfrm flipH="1">
            <a:off x="6883600" y="2825700"/>
            <a:ext cx="600" cy="11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/>
          <p:nvPr/>
        </p:nvCxnSpPr>
        <p:spPr>
          <a:xfrm>
            <a:off x="6884200" y="3194300"/>
            <a:ext cx="226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/>
          <p:nvPr/>
        </p:nvCxnSpPr>
        <p:spPr>
          <a:xfrm>
            <a:off x="7077875" y="3350300"/>
            <a:ext cx="48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/>
          <p:nvPr/>
        </p:nvCxnSpPr>
        <p:spPr>
          <a:xfrm>
            <a:off x="6884200" y="3662000"/>
            <a:ext cx="226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2" name="Google Shape;82;p13"/>
          <p:cNvSpPr/>
          <p:nvPr/>
        </p:nvSpPr>
        <p:spPr>
          <a:xfrm>
            <a:off x="7053100" y="332240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3"/>
          <p:cNvCxnSpPr/>
          <p:nvPr/>
        </p:nvCxnSpPr>
        <p:spPr>
          <a:xfrm flipH="1">
            <a:off x="6657400" y="2965700"/>
            <a:ext cx="226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3"/>
          <p:cNvCxnSpPr/>
          <p:nvPr/>
        </p:nvCxnSpPr>
        <p:spPr>
          <a:xfrm flipH="1">
            <a:off x="6685709" y="3121700"/>
            <a:ext cx="48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3"/>
          <p:cNvSpPr/>
          <p:nvPr/>
        </p:nvSpPr>
        <p:spPr>
          <a:xfrm flipH="1">
            <a:off x="6657386" y="309380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3"/>
          <p:cNvCxnSpPr/>
          <p:nvPr/>
        </p:nvCxnSpPr>
        <p:spPr>
          <a:xfrm>
            <a:off x="6685700" y="3433400"/>
            <a:ext cx="226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7" name="Google Shape;87;p13"/>
          <p:cNvSpPr txBox="1"/>
          <p:nvPr/>
        </p:nvSpPr>
        <p:spPr>
          <a:xfrm>
            <a:off x="6434575" y="2576363"/>
            <a:ext cx="798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feature/tfn</a:t>
            </a:r>
            <a:endParaRPr sz="700"/>
          </a:p>
        </p:txBody>
      </p:sp>
      <p:cxnSp>
        <p:nvCxnSpPr>
          <p:cNvPr id="88" name="Google Shape;88;p13"/>
          <p:cNvCxnSpPr/>
          <p:nvPr/>
        </p:nvCxnSpPr>
        <p:spPr>
          <a:xfrm>
            <a:off x="5155825" y="4263450"/>
            <a:ext cx="226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3"/>
          <p:cNvCxnSpPr/>
          <p:nvPr/>
        </p:nvCxnSpPr>
        <p:spPr>
          <a:xfrm>
            <a:off x="5349500" y="4419450"/>
            <a:ext cx="48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3"/>
          <p:cNvCxnSpPr/>
          <p:nvPr/>
        </p:nvCxnSpPr>
        <p:spPr>
          <a:xfrm>
            <a:off x="5155825" y="4709300"/>
            <a:ext cx="226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1" name="Google Shape;91;p13"/>
          <p:cNvSpPr/>
          <p:nvPr/>
        </p:nvSpPr>
        <p:spPr>
          <a:xfrm>
            <a:off x="5324725" y="439155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3"/>
          <p:cNvCxnSpPr/>
          <p:nvPr/>
        </p:nvCxnSpPr>
        <p:spPr>
          <a:xfrm flipH="1">
            <a:off x="4929025" y="4034850"/>
            <a:ext cx="226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3"/>
          <p:cNvCxnSpPr/>
          <p:nvPr/>
        </p:nvCxnSpPr>
        <p:spPr>
          <a:xfrm flipH="1">
            <a:off x="4957334" y="4190850"/>
            <a:ext cx="48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3"/>
          <p:cNvSpPr/>
          <p:nvPr/>
        </p:nvSpPr>
        <p:spPr>
          <a:xfrm flipH="1">
            <a:off x="4929011" y="416295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13"/>
          <p:cNvCxnSpPr/>
          <p:nvPr/>
        </p:nvCxnSpPr>
        <p:spPr>
          <a:xfrm>
            <a:off x="4957325" y="4502550"/>
            <a:ext cx="226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6" name="Google Shape;96;p13"/>
          <p:cNvCxnSpPr/>
          <p:nvPr/>
        </p:nvCxnSpPr>
        <p:spPr>
          <a:xfrm>
            <a:off x="7784588" y="3002150"/>
            <a:ext cx="226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3"/>
          <p:cNvCxnSpPr/>
          <p:nvPr/>
        </p:nvCxnSpPr>
        <p:spPr>
          <a:xfrm>
            <a:off x="7978263" y="3158150"/>
            <a:ext cx="48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3"/>
          <p:cNvCxnSpPr/>
          <p:nvPr/>
        </p:nvCxnSpPr>
        <p:spPr>
          <a:xfrm>
            <a:off x="7784588" y="3469850"/>
            <a:ext cx="226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9" name="Google Shape;99;p13"/>
          <p:cNvSpPr/>
          <p:nvPr/>
        </p:nvSpPr>
        <p:spPr>
          <a:xfrm>
            <a:off x="7953488" y="313025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13"/>
          <p:cNvCxnSpPr/>
          <p:nvPr/>
        </p:nvCxnSpPr>
        <p:spPr>
          <a:xfrm flipH="1">
            <a:off x="7557788" y="2773550"/>
            <a:ext cx="226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3"/>
          <p:cNvCxnSpPr/>
          <p:nvPr/>
        </p:nvCxnSpPr>
        <p:spPr>
          <a:xfrm flipH="1">
            <a:off x="7586097" y="2929550"/>
            <a:ext cx="4800" cy="3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3"/>
          <p:cNvSpPr/>
          <p:nvPr/>
        </p:nvSpPr>
        <p:spPr>
          <a:xfrm flipH="1">
            <a:off x="7557774" y="290165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13"/>
          <p:cNvCxnSpPr/>
          <p:nvPr/>
        </p:nvCxnSpPr>
        <p:spPr>
          <a:xfrm>
            <a:off x="7586088" y="3241250"/>
            <a:ext cx="226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/>
          <p:nvPr/>
        </p:nvCxnSpPr>
        <p:spPr>
          <a:xfrm flipH="1">
            <a:off x="5145100" y="3926750"/>
            <a:ext cx="4800" cy="9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3"/>
          <p:cNvSpPr txBox="1"/>
          <p:nvPr/>
        </p:nvSpPr>
        <p:spPr>
          <a:xfrm>
            <a:off x="7779325" y="2581475"/>
            <a:ext cx="829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Branches of stories in homeloan</a:t>
            </a:r>
            <a:endParaRPr sz="700"/>
          </a:p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6685700" y="2181038"/>
            <a:ext cx="347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3"/>
          <p:cNvCxnSpPr/>
          <p:nvPr/>
        </p:nvCxnSpPr>
        <p:spPr>
          <a:xfrm flipH="1" rot="10800000">
            <a:off x="2921396" y="2903771"/>
            <a:ext cx="39549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8" name="Google Shape;108;p13"/>
          <p:cNvSpPr txBox="1"/>
          <p:nvPr/>
        </p:nvSpPr>
        <p:spPr>
          <a:xfrm>
            <a:off x="5235575" y="2817950"/>
            <a:ext cx="9693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merge/rebase into</a:t>
            </a:r>
            <a:endParaRPr sz="700"/>
          </a:p>
        </p:txBody>
      </p:sp>
      <p:cxnSp>
        <p:nvCxnSpPr>
          <p:cNvPr id="109" name="Google Shape;109;p13"/>
          <p:cNvCxnSpPr/>
          <p:nvPr/>
        </p:nvCxnSpPr>
        <p:spPr>
          <a:xfrm flipH="1" rot="10800000">
            <a:off x="6119825" y="2967963"/>
            <a:ext cx="347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3"/>
          <p:cNvCxnSpPr/>
          <p:nvPr/>
        </p:nvCxnSpPr>
        <p:spPr>
          <a:xfrm flipH="1" rot="10800000">
            <a:off x="1099475" y="4008025"/>
            <a:ext cx="57627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1" name="Google Shape;111;p13"/>
          <p:cNvSpPr txBox="1"/>
          <p:nvPr/>
        </p:nvSpPr>
        <p:spPr>
          <a:xfrm>
            <a:off x="1645325" y="3643200"/>
            <a:ext cx="969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</a:t>
            </a:r>
            <a:r>
              <a:rPr lang="en" sz="700"/>
              <a:t>erge (squashed) into</a:t>
            </a:r>
            <a:endParaRPr sz="700"/>
          </a:p>
        </p:txBody>
      </p:sp>
      <p:cxnSp>
        <p:nvCxnSpPr>
          <p:cNvPr id="112" name="Google Shape;112;p13"/>
          <p:cNvCxnSpPr/>
          <p:nvPr/>
        </p:nvCxnSpPr>
        <p:spPr>
          <a:xfrm rot="10800000">
            <a:off x="1408925" y="3858750"/>
            <a:ext cx="214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3"/>
          <p:cNvSpPr/>
          <p:nvPr/>
        </p:nvSpPr>
        <p:spPr>
          <a:xfrm>
            <a:off x="6855238" y="342290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6855238" y="3639263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7755625" y="3224225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7755625" y="3440588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6852388" y="286985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1075850" y="4835850"/>
            <a:ext cx="40593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9" name="Google Shape;119;p13"/>
          <p:cNvSpPr txBox="1"/>
          <p:nvPr/>
        </p:nvSpPr>
        <p:spPr>
          <a:xfrm>
            <a:off x="1621075" y="4602475"/>
            <a:ext cx="14001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</a:t>
            </a:r>
            <a:r>
              <a:rPr lang="en" sz="700"/>
              <a:t>erge (squashed) into</a:t>
            </a:r>
            <a:endParaRPr sz="700"/>
          </a:p>
        </p:txBody>
      </p:sp>
      <p:cxnSp>
        <p:nvCxnSpPr>
          <p:cNvPr id="120" name="Google Shape;120;p13"/>
          <p:cNvCxnSpPr/>
          <p:nvPr/>
        </p:nvCxnSpPr>
        <p:spPr>
          <a:xfrm rot="10800000">
            <a:off x="1384675" y="4741813"/>
            <a:ext cx="214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13"/>
          <p:cNvSpPr/>
          <p:nvPr/>
        </p:nvSpPr>
        <p:spPr>
          <a:xfrm>
            <a:off x="5118550" y="448500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5118538" y="4660425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1073125" y="3835375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1041575" y="4812150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4748200" y="3604738"/>
            <a:ext cx="7986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feature/ddoncc</a:t>
            </a:r>
            <a:endParaRPr sz="700"/>
          </a:p>
        </p:txBody>
      </p:sp>
      <p:cxnSp>
        <p:nvCxnSpPr>
          <p:cNvPr id="126" name="Google Shape;126;p13"/>
          <p:cNvCxnSpPr/>
          <p:nvPr/>
        </p:nvCxnSpPr>
        <p:spPr>
          <a:xfrm flipH="1" rot="10800000">
            <a:off x="1075850" y="4337250"/>
            <a:ext cx="66966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27" name="Google Shape;127;p13"/>
          <p:cNvSpPr txBox="1"/>
          <p:nvPr/>
        </p:nvSpPr>
        <p:spPr>
          <a:xfrm>
            <a:off x="1717375" y="4048600"/>
            <a:ext cx="969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merge (squashed) into</a:t>
            </a:r>
            <a:endParaRPr sz="700"/>
          </a:p>
        </p:txBody>
      </p:sp>
      <p:sp>
        <p:nvSpPr>
          <p:cNvPr id="128" name="Google Shape;128;p13"/>
          <p:cNvSpPr/>
          <p:nvPr/>
        </p:nvSpPr>
        <p:spPr>
          <a:xfrm>
            <a:off x="1041575" y="4323763"/>
            <a:ext cx="57900" cy="56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3"/>
          <p:cNvCxnSpPr/>
          <p:nvPr/>
        </p:nvCxnSpPr>
        <p:spPr>
          <a:xfrm rot="10800000">
            <a:off x="1403600" y="4263450"/>
            <a:ext cx="214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